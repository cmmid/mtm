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sldIdLst>
    <p:sldId id="256" r:id="rId2"/>
    <p:sldId id="259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08" autoAdjust="0"/>
    <p:restoredTop sz="94626"/>
  </p:normalViewPr>
  <p:slideViewPr>
    <p:cSldViewPr snapToGrid="0" snapToObjects="1">
      <p:cViewPr varScale="1">
        <p:scale>
          <a:sx n="127" d="100"/>
          <a:sy n="127" d="100"/>
        </p:scale>
        <p:origin x="1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CC55C5-3AE8-4299-988D-DFB8217A9B4E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3208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7EC250-E796-438C-AFE1-ABBE2451286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05CC55C5-3AE8-4299-988D-DFB8217A9B4E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D7EC250-E796-438C-AFE1-ABBE2451286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" y="4589463"/>
            <a:ext cx="91440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pa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Open Sans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Open Sans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8" r:id="rId3"/>
    <p:sldLayoutId id="2147483656" r:id="rId4"/>
    <p:sldLayoutId id="2147483650" r:id="rId5"/>
    <p:sldLayoutId id="2147483665" r:id="rId6"/>
  </p:sldLayoutIdLst>
  <p:hf sldNum="0"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Modelling problems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AD3C6B3-BADF-4648-A434-020DA9574D2F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Modern Techniques in Modelling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AAFB22-3693-C9F1-1E81-A42057D7C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are faced with a research question, and think that modelling might be useful, you have to translate the problem into a model. </a:t>
            </a:r>
          </a:p>
          <a:p>
            <a:endParaRPr lang="en-US" dirty="0"/>
          </a:p>
          <a:p>
            <a:r>
              <a:rPr lang="en-US" dirty="0"/>
              <a:t>As a modeler, you will have to choose the type of model you want to use, build the model and choose the parameters. </a:t>
            </a:r>
          </a:p>
          <a:p>
            <a:endParaRPr lang="en-US" dirty="0"/>
          </a:p>
          <a:p>
            <a:r>
              <a:rPr lang="en-US" dirty="0"/>
              <a:t>In this course, we have 3 sessions (today and Friday) to enable you to think constructively about the type of model you might need for a research problem that we provide you with. </a:t>
            </a:r>
          </a:p>
          <a:p>
            <a:endParaRPr lang="en-US" dirty="0"/>
          </a:p>
          <a:p>
            <a:r>
              <a:rPr lang="en-US" dirty="0"/>
              <a:t>We are aiming for a “sketch” of a model or a few ideas of what a model would look like (e.g. compartment diagram).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You are not required to code anything. </a:t>
            </a:r>
          </a:p>
          <a:p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6E8F38-6CBA-5310-08C8-A009452D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</a:t>
            </a:r>
          </a:p>
        </p:txBody>
      </p:sp>
    </p:spTree>
    <p:extLst>
      <p:ext uri="{BB962C8B-B14F-4D97-AF65-F5344CB8AC3E}">
        <p14:creationId xmlns:p14="http://schemas.microsoft.com/office/powerpoint/2010/main" val="219595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Instructions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800191" lvl="1" indent="-457200">
              <a:buFont typeface="+mj-lt"/>
              <a:buAutoNum type="arabicPeriod"/>
            </a:pPr>
            <a:r>
              <a:rPr lang="en-GB" dirty="0"/>
              <a:t>Identify which group you are in and which modelling problem you should tackle (table on course website)</a:t>
            </a:r>
          </a:p>
          <a:p>
            <a:pPr marL="800191" lvl="1" indent="-457200">
              <a:buFont typeface="+mj-lt"/>
              <a:buAutoNum type="arabicPeriod"/>
            </a:pPr>
            <a:r>
              <a:rPr lang="en-GB" dirty="0"/>
              <a:t>Open your group’s Modelling Problem on the course website</a:t>
            </a:r>
          </a:p>
          <a:p>
            <a:pPr marL="800191" lvl="1" indent="-457200">
              <a:buFont typeface="+mj-lt"/>
              <a:buAutoNum type="arabicPeriod"/>
            </a:pPr>
            <a:r>
              <a:rPr lang="en-GB" dirty="0"/>
              <a:t>Take some time to look at the problem and ask any questions you need to (20 mins)</a:t>
            </a:r>
          </a:p>
          <a:p>
            <a:pPr marL="800191" lvl="1" indent="-457200">
              <a:buFont typeface="+mj-lt"/>
              <a:buAutoNum type="arabicPeriod"/>
            </a:pPr>
            <a:r>
              <a:rPr lang="en-GB" dirty="0"/>
              <a:t>Now you’ve had a chance to think about the problem yourself, you can say “Hi” to your group colleagues</a:t>
            </a:r>
            <a:br>
              <a:rPr lang="en-GB" dirty="0"/>
            </a:br>
            <a:endParaRPr lang="en-GB" dirty="0"/>
          </a:p>
          <a:p>
            <a:pPr marL="800191" lvl="1" indent="-457200">
              <a:buFont typeface="+mj-lt"/>
              <a:buAutoNum type="arabicPeriod"/>
            </a:pPr>
            <a:r>
              <a:rPr lang="en-GB" dirty="0"/>
              <a:t>On </a:t>
            </a:r>
            <a:r>
              <a:rPr lang="en-GB" i="1" dirty="0"/>
              <a:t>Friday</a:t>
            </a:r>
            <a:r>
              <a:rPr lang="en-GB" dirty="0"/>
              <a:t>: you’ll be working with colleagues in your group to sketch a model that answers your particular question. After this group work, there will be a session to discuss the problem you had to solve, and your ideas for a solution with the other groups. You and your group can write down your ideas on </a:t>
            </a:r>
            <a:r>
              <a:rPr lang="en-GB" dirty="0" err="1"/>
              <a:t>draw.io</a:t>
            </a:r>
            <a:r>
              <a:rPr lang="en-GB" dirty="0"/>
              <a:t> (link on course website).</a:t>
            </a:r>
          </a:p>
          <a:p>
            <a:pPr marL="800191" lvl="1" indent="-457200">
              <a:buFont typeface="+mj-lt"/>
              <a:buAutoNum type="arabicPeriod"/>
            </a:pPr>
            <a:endParaRPr lang="en-GB" dirty="0"/>
          </a:p>
          <a:p>
            <a:pPr marL="800191" lvl="1" indent="-457200">
              <a:buFont typeface="+mj-lt"/>
              <a:buAutoNum type="arabicPeriod"/>
            </a:pP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SHTM_Presentation_Template_4.3.potx" id="{36DD23E2-2B4D-4C02-87ED-940A54CBCDE4}" vid="{3E1D11D4-E105-447B-B68A-CA0B015ED8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278</Words>
  <Application>Microsoft Macintosh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merriweather</vt:lpstr>
      <vt:lpstr>Open Sans</vt:lpstr>
      <vt:lpstr>Open Sans</vt:lpstr>
      <vt:lpstr>Main_Presentation_Title_Page</vt:lpstr>
      <vt:lpstr>Modelling problems</vt:lpstr>
      <vt:lpstr>Aim</vt:lpstr>
      <vt:lpstr>Instructions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23</TotalTime>
  <Words>14</Words>
  <Application>Microsoft Office PowerPoint</Application>
  <PresentationFormat>On-screen Show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merriweather</vt:lpstr>
      <vt:lpstr>Open Sans</vt:lpstr>
      <vt:lpstr>Open Sans</vt:lpstr>
      <vt:lpstr>Main_Presentation_Title_Page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School of Hygiene &amp; Tropical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Continuous-time stochastic models</dc:title>
  <dc:creator>Sebastian Funk</dc:creator>
  <cp:keywords/>
  <cp:lastModifiedBy>Katie Atkins</cp:lastModifiedBy>
  <cp:revision>66</cp:revision>
  <cp:lastPrinted>2023-03-15T14:56:04Z</cp:lastPrinted>
  <dcterms:created xsi:type="dcterms:W3CDTF">2019-06-19T09:27:33Z</dcterms:created>
  <dcterms:modified xsi:type="dcterms:W3CDTF">2026-08-26T10:41:14Z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-includes">
    <vt:lpwstr>-------</vt:lpwstr>
  </property>
  <property fmtid="{D5CDD505-2E9C-101B-9397-08002B2CF9AE}" pid="3" name="output">
    <vt:lpwstr/>
  </property>
</Properties>
</file>